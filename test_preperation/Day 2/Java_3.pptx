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A9CF-CF88-4116-B407-8740DF25B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09292-BB73-444B-8C42-6E81DE816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E8FB7-98B9-4150-B8B0-A501004A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CB18-7C81-41FC-970D-544B991C7FE6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4003D-C855-400E-8EB6-60B7F6486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7A86-D01F-4CE8-87A6-B1EC9352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86A9-E78B-470C-AB84-BD0FBF7E0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020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79C08-46CB-4523-B674-FE4C958F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47F2-5D83-4DFD-992B-C5452870E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1253-7567-4E22-8787-A2EE51933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CB18-7C81-41FC-970D-544B991C7FE6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A21CC-ABC7-4B74-99E4-9338C440E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8CB49-0D70-4616-8032-3591E369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86A9-E78B-470C-AB84-BD0FBF7E0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421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A53D8-55CE-46E0-86CE-0CE34BB1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6C1AB-E852-464C-AC14-416803D79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A54BF-553B-4CE8-8612-B41E69A72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CB18-7C81-41FC-970D-544B991C7FE6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E12AD-CD15-446C-BA05-A4E67913F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64703-0E86-4EE1-9167-7C091B96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86A9-E78B-470C-AB84-BD0FBF7E0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24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2D2F-1A2C-4B22-825E-040500522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FC1C6-1F44-4A47-B2D1-EA32D37D0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F0CAC-33B2-4E3B-96A3-725B4E5E2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B9879-3321-4AF1-9308-718FC54AD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CB18-7C81-41FC-970D-544B991C7FE6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F614E-F2C5-483F-B8DA-86F1E6726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E3A44-3B39-4690-BBE6-AA1A41E5C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86A9-E78B-470C-AB84-BD0FBF7E0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4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4B8D0-A94F-4502-AB6C-5F131F6E8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C1C09-9A3F-4332-A313-D07BD8D34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5FAD7-01BF-4A3F-892E-519EA48DD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2E7513-C78E-4B67-83F7-72712A4AC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72F1DF-2098-4D83-95A6-749165CCA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428C9-C1C7-4E81-954A-94B424AD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CB18-7C81-41FC-970D-544B991C7FE6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2A8A5E-BF79-4969-96A1-AA72187B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1CEBAC-9501-4789-80E9-9CE3E88B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86A9-E78B-470C-AB84-BD0FBF7E0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86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F6253-503D-453B-A8EA-8B2029B05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F4480C-1296-4AB8-91BC-D2C4F60A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CB18-7C81-41FC-970D-544B991C7FE6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9DA3C-D954-4A19-88EB-BFA8A387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3FA21-A2CF-4A15-94FC-FBACBDF7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86A9-E78B-470C-AB84-BD0FBF7E0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65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24FBCA-6A55-4019-812E-B14E4811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CB18-7C81-41FC-970D-544B991C7FE6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5A712-DE5D-46DB-8871-6F1B1EA1D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A08E8-9C55-4B43-BF50-1F31C3141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86A9-E78B-470C-AB84-BD0FBF7E0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002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4236F-5738-46A1-99D3-9D45AB1BA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4CDCF-5E6A-4B82-885E-9B3AAD937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9B94B-39CF-401D-A3D4-256540C57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E9652-3ADF-4F7B-902E-1C58D41D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CB18-7C81-41FC-970D-544B991C7FE6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702D-4C37-496B-BFC4-EED9EF9A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AD794-951A-4C89-A9D1-80E52DC9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86A9-E78B-470C-AB84-BD0FBF7E0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84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65E10-3AB2-4697-9DFD-B21814892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3F693-0896-46F5-B215-139518E6F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E1D01-1858-4F63-81FF-E8FEA10A5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5532D-57FD-473F-8866-8E8F1B28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CB18-7C81-41FC-970D-544B991C7FE6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D5253-B9DE-4BA3-9CCD-04F7ABC70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D3438-891D-4AD7-9120-D099FC39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86A9-E78B-470C-AB84-BD0FBF7E0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053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7493-DB03-489A-8484-81A1AD9B5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220F0-DF00-496F-A3BA-3E3F28A03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03597-BBD2-4933-B657-954009405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CB18-7C81-41FC-970D-544B991C7FE6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CB6F7-3154-4757-B258-E208EF6D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A71A6-D32B-4F8B-8393-F7710E65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86A9-E78B-470C-AB84-BD0FBF7E0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46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03C9EE-ACA6-4986-B006-3A2B831A6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B5629-D7F6-42D0-A3B2-42469A12D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CC553-2340-4D86-88D2-6003E698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CB18-7C81-41FC-970D-544B991C7FE6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CA5BD-5E8F-41D0-986C-8CA05BAF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BB6D4-9B07-49B2-9905-CDE45D144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786A9-E78B-470C-AB84-BD0FBF7E0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57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51024F-B5BE-4A4D-BCFD-09ED2CCA3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B336D-050B-4B2F-B3EF-383B6C1D9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A06CD-AB59-4157-9962-F75AD3E841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7CB18-7C81-41FC-970D-544B991C7FE6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63DB3-9896-4923-9F0E-CC240C407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3B125-F934-4363-87D6-C55E2D280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786A9-E78B-470C-AB84-BD0FBF7E0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03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890D6-FF86-4C19-ACFE-9C11E8900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90C92-E5EB-4516-BA2F-31BE83A0AC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87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C256-6601-4FB8-8AB9-FE051242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6ED7B-AD3F-475E-A072-F57C0409E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Final Variables</a:t>
            </a:r>
          </a:p>
          <a:p>
            <a:pPr algn="just"/>
            <a:r>
              <a:rPr lang="en-US" dirty="0"/>
              <a:t>If you don't want others (or yourself) to overwrite existing values, use the final keyword (this will declare the variable as "final" or "constant", which means unchangeable and read-only)</a:t>
            </a:r>
          </a:p>
          <a:p>
            <a:pPr algn="just"/>
            <a:r>
              <a:rPr lang="en-US" dirty="0"/>
              <a:t>final int </a:t>
            </a:r>
            <a:r>
              <a:rPr lang="en-US" dirty="0" err="1"/>
              <a:t>myNum</a:t>
            </a:r>
            <a:r>
              <a:rPr lang="en-US" dirty="0"/>
              <a:t> = 15;</a:t>
            </a:r>
          </a:p>
          <a:p>
            <a:pPr algn="just"/>
            <a:r>
              <a:rPr lang="en-US" dirty="0" err="1"/>
              <a:t>myNum</a:t>
            </a:r>
            <a:r>
              <a:rPr lang="en-US" dirty="0"/>
              <a:t> = 20;  // will generate an error: cannot assign a value to a final variable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226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E9B3-9E87-454E-AF46-9AE351E6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3A5E4-4535-4C7B-AF15-7E55F5C2A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Final_Var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public static void main(String </a:t>
            </a:r>
            <a:r>
              <a:rPr lang="en-US" dirty="0" err="1"/>
              <a:t>args</a:t>
            </a:r>
            <a:r>
              <a:rPr lang="en-US" dirty="0"/>
              <a:t>[])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	final int a= 20;</a:t>
            </a:r>
          </a:p>
          <a:p>
            <a:pPr marL="0" indent="0">
              <a:buNone/>
            </a:pPr>
            <a:r>
              <a:rPr lang="en-US" dirty="0"/>
              <a:t>		a=22;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59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83A25-7D2B-444D-8DED-40842AF4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display variables?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32411-B43D-468E-93B2-82D62E7E2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Display_var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{	</a:t>
            </a:r>
          </a:p>
          <a:p>
            <a:pPr marL="0" indent="0">
              <a:buNone/>
            </a:pPr>
            <a:r>
              <a:rPr lang="en-IN" dirty="0"/>
              <a:t>	public static void main(String </a:t>
            </a:r>
            <a:r>
              <a:rPr lang="en-IN" dirty="0" err="1"/>
              <a:t>args</a:t>
            </a:r>
            <a:r>
              <a:rPr lang="en-IN" dirty="0"/>
              <a:t>[])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	String </a:t>
            </a:r>
            <a:r>
              <a:rPr lang="en-IN" dirty="0" err="1"/>
              <a:t>fName</a:t>
            </a:r>
            <a:r>
              <a:rPr lang="en-IN" dirty="0"/>
              <a:t> = "SIT ";</a:t>
            </a:r>
          </a:p>
          <a:p>
            <a:pPr marL="0" indent="0">
              <a:buNone/>
            </a:pPr>
            <a:r>
              <a:rPr lang="en-IN" dirty="0"/>
              <a:t>		String </a:t>
            </a:r>
            <a:r>
              <a:rPr lang="en-IN" dirty="0" err="1"/>
              <a:t>lName</a:t>
            </a:r>
            <a:r>
              <a:rPr lang="en-IN" dirty="0"/>
              <a:t> = "College";</a:t>
            </a:r>
          </a:p>
          <a:p>
            <a:pPr marL="0" indent="0">
              <a:buNone/>
            </a:pPr>
            <a:r>
              <a:rPr lang="en-IN" dirty="0"/>
              <a:t>//Concatenates two variables</a:t>
            </a:r>
          </a:p>
          <a:p>
            <a:pPr marL="0" indent="0">
              <a:buNone/>
            </a:pPr>
            <a:r>
              <a:rPr lang="en-IN" dirty="0"/>
              <a:t>		String </a:t>
            </a:r>
            <a:r>
              <a:rPr lang="en-IN" dirty="0" err="1"/>
              <a:t>fullName</a:t>
            </a:r>
            <a:r>
              <a:rPr lang="en-IN" dirty="0"/>
              <a:t> = </a:t>
            </a:r>
            <a:r>
              <a:rPr lang="en-IN" dirty="0" err="1"/>
              <a:t>fName</a:t>
            </a:r>
            <a:r>
              <a:rPr lang="en-IN" dirty="0"/>
              <a:t>+ </a:t>
            </a:r>
            <a:r>
              <a:rPr lang="en-IN" dirty="0" err="1"/>
              <a:t>lName</a:t>
            </a:r>
            <a:r>
              <a:rPr lang="en-IN" dirty="0"/>
              <a:t>; 											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fullName</a:t>
            </a:r>
            <a:r>
              <a:rPr lang="en-IN" dirty="0"/>
              <a:t>);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		int x = 5;</a:t>
            </a:r>
          </a:p>
          <a:p>
            <a:pPr marL="0" indent="0">
              <a:buNone/>
            </a:pPr>
            <a:r>
              <a:rPr lang="en-IN" dirty="0"/>
              <a:t>		int y = 6;</a:t>
            </a:r>
          </a:p>
          <a:p>
            <a:pPr marL="0" indent="0">
              <a:buNone/>
            </a:pPr>
            <a:r>
              <a:rPr lang="en-IN" dirty="0"/>
              <a:t>		// Print the value of x + y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(x + y);</a:t>
            </a:r>
          </a:p>
          <a:p>
            <a:pPr marL="0" indent="0">
              <a:buNone/>
            </a:pPr>
            <a:r>
              <a:rPr lang="en-IN" dirty="0"/>
              <a:t>                            </a:t>
            </a:r>
          </a:p>
          <a:p>
            <a:pPr marL="0" indent="0">
              <a:buNone/>
            </a:pPr>
            <a:r>
              <a:rPr lang="en-IN" dirty="0"/>
              <a:t>		//Declare Many Variables</a:t>
            </a:r>
          </a:p>
          <a:p>
            <a:pPr marL="0" indent="0">
              <a:buNone/>
            </a:pPr>
            <a:r>
              <a:rPr lang="en-IN" dirty="0"/>
              <a:t>		int a=66,b=45,c=6;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a+b+c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		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	}//end of main</a:t>
            </a:r>
          </a:p>
          <a:p>
            <a:pPr marL="0" indent="0">
              <a:buNone/>
            </a:pPr>
            <a:r>
              <a:rPr lang="en-IN" dirty="0"/>
              <a:t>}//end pf class</a:t>
            </a:r>
          </a:p>
        </p:txBody>
      </p:sp>
    </p:spTree>
    <p:extLst>
      <p:ext uri="{BB962C8B-B14F-4D97-AF65-F5344CB8AC3E}">
        <p14:creationId xmlns:p14="http://schemas.microsoft.com/office/powerpoint/2010/main" val="3885984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10FD4-EA5F-452E-BFBD-BB952D14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12F1-6683-4267-BC81-DC617AD23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Java Identifiers</a:t>
            </a:r>
          </a:p>
          <a:p>
            <a:r>
              <a:rPr lang="en-US" dirty="0"/>
              <a:t>All Java </a:t>
            </a:r>
            <a:r>
              <a:rPr lang="en-US" b="1" dirty="0"/>
              <a:t>variables</a:t>
            </a:r>
            <a:r>
              <a:rPr lang="en-US" dirty="0"/>
              <a:t> must be </a:t>
            </a:r>
            <a:r>
              <a:rPr lang="en-US" b="1" dirty="0"/>
              <a:t>identified</a:t>
            </a:r>
            <a:r>
              <a:rPr lang="en-US" dirty="0"/>
              <a:t> with </a:t>
            </a:r>
            <a:r>
              <a:rPr lang="en-US" b="1" dirty="0"/>
              <a:t>unique names</a:t>
            </a:r>
            <a:r>
              <a:rPr lang="en-US" dirty="0"/>
              <a:t>.</a:t>
            </a:r>
          </a:p>
          <a:p>
            <a:r>
              <a:rPr lang="en-US" dirty="0"/>
              <a:t>These unique names are called </a:t>
            </a:r>
            <a:r>
              <a:rPr lang="en-US" b="1" dirty="0"/>
              <a:t>identifiers</a:t>
            </a:r>
            <a:r>
              <a:rPr lang="en-US" dirty="0"/>
              <a:t>.</a:t>
            </a:r>
          </a:p>
          <a:p>
            <a:r>
              <a:rPr lang="en-US" dirty="0"/>
              <a:t>The general rules for naming variables are:</a:t>
            </a:r>
          </a:p>
          <a:p>
            <a:endParaRPr lang="en-US" dirty="0"/>
          </a:p>
          <a:p>
            <a:r>
              <a:rPr lang="en-US" dirty="0"/>
              <a:t>Names can contain letters, digits, underscores, and dollar signs</a:t>
            </a:r>
          </a:p>
          <a:p>
            <a:r>
              <a:rPr lang="en-US" dirty="0"/>
              <a:t>Names must begin with a letter</a:t>
            </a:r>
          </a:p>
          <a:p>
            <a:r>
              <a:rPr lang="en-US" dirty="0"/>
              <a:t>Names should start with a lowercase letter, and cannot contain whitespace</a:t>
            </a:r>
          </a:p>
          <a:p>
            <a:r>
              <a:rPr lang="en-US" dirty="0"/>
              <a:t>Names can also begin with $ and _</a:t>
            </a:r>
          </a:p>
          <a:p>
            <a:r>
              <a:rPr lang="en-US" dirty="0"/>
              <a:t>Names are case-sensitive ("</a:t>
            </a:r>
            <a:r>
              <a:rPr lang="en-US" b="1" dirty="0" err="1"/>
              <a:t>myVar</a:t>
            </a:r>
            <a:r>
              <a:rPr lang="en-US" dirty="0"/>
              <a:t>" and "</a:t>
            </a:r>
            <a:r>
              <a:rPr lang="en-US" b="1" dirty="0" err="1"/>
              <a:t>myvar</a:t>
            </a:r>
            <a:r>
              <a:rPr lang="en-US" dirty="0"/>
              <a:t>" are different variables)</a:t>
            </a:r>
          </a:p>
          <a:p>
            <a:r>
              <a:rPr lang="en-US" dirty="0"/>
              <a:t>Reserved words (like Java keywords, such as int or </a:t>
            </a:r>
            <a:r>
              <a:rPr lang="en-US" dirty="0" err="1"/>
              <a:t>boolean</a:t>
            </a:r>
            <a:r>
              <a:rPr lang="en-US" dirty="0"/>
              <a:t>) cannot be used as names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16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A4B92-8165-4DE9-92D6-3198E1C8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// Student data</a:t>
            </a:r>
          </a:p>
          <a:p>
            <a:pPr marL="0" indent="0">
              <a:buNone/>
            </a:pPr>
            <a:r>
              <a:rPr lang="en-IN" dirty="0"/>
              <a:t>String </a:t>
            </a:r>
            <a:r>
              <a:rPr lang="en-IN" dirty="0" err="1"/>
              <a:t>studentName</a:t>
            </a:r>
            <a:r>
              <a:rPr lang="en-IN" dirty="0"/>
              <a:t> = “Rakesh Deo";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studentID</a:t>
            </a:r>
            <a:r>
              <a:rPr lang="en-IN" dirty="0"/>
              <a:t> = 15;</a:t>
            </a:r>
          </a:p>
          <a:p>
            <a:pPr marL="0" indent="0">
              <a:buNone/>
            </a:pPr>
            <a:r>
              <a:rPr lang="en-IN" dirty="0"/>
              <a:t>int </a:t>
            </a:r>
            <a:r>
              <a:rPr lang="en-IN" dirty="0" err="1"/>
              <a:t>studentAge</a:t>
            </a:r>
            <a:r>
              <a:rPr lang="en-IN" dirty="0"/>
              <a:t> = 23;</a:t>
            </a:r>
          </a:p>
          <a:p>
            <a:pPr marL="0" indent="0">
              <a:buNone/>
            </a:pPr>
            <a:r>
              <a:rPr lang="en-IN" dirty="0"/>
              <a:t>float </a:t>
            </a:r>
            <a:r>
              <a:rPr lang="en-IN" dirty="0" err="1"/>
              <a:t>studentFee</a:t>
            </a:r>
            <a:r>
              <a:rPr lang="en-IN" dirty="0"/>
              <a:t> = 75.25f;</a:t>
            </a:r>
          </a:p>
          <a:p>
            <a:pPr marL="0" indent="0">
              <a:buNone/>
            </a:pPr>
            <a:r>
              <a:rPr lang="en-IN" dirty="0"/>
              <a:t>char </a:t>
            </a:r>
            <a:r>
              <a:rPr lang="en-IN" dirty="0" err="1"/>
              <a:t>studentGrade</a:t>
            </a:r>
            <a:r>
              <a:rPr lang="en-IN" dirty="0"/>
              <a:t> = 'B';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// Print variables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("Student name: " + </a:t>
            </a:r>
            <a:r>
              <a:rPr lang="en-IN" dirty="0" err="1"/>
              <a:t>studentName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("Student id: " + </a:t>
            </a:r>
            <a:r>
              <a:rPr lang="en-IN" dirty="0" err="1"/>
              <a:t>studentID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("Student age: " + </a:t>
            </a:r>
            <a:r>
              <a:rPr lang="en-IN" dirty="0" err="1"/>
              <a:t>studentAge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("Student fee: " + </a:t>
            </a:r>
            <a:r>
              <a:rPr lang="en-IN" dirty="0" err="1"/>
              <a:t>studentFee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("Student grade: " + </a:t>
            </a:r>
            <a:r>
              <a:rPr lang="en-IN" dirty="0" err="1"/>
              <a:t>studentGrade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55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434A5-3FB9-4082-931C-171CAC8A1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E5F34-A3B9-447B-B7C9-63B85AF3B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Calculate the Area of a Rectangle</a:t>
            </a:r>
          </a:p>
          <a:p>
            <a:pPr marL="0" indent="0">
              <a:buNone/>
            </a:pPr>
            <a:r>
              <a:rPr lang="en-IN" dirty="0"/>
              <a:t>// Create integer variables</a:t>
            </a:r>
          </a:p>
          <a:p>
            <a:pPr marL="0" indent="0">
              <a:buNone/>
            </a:pPr>
            <a:r>
              <a:rPr lang="en-IN" dirty="0"/>
              <a:t>int length = 4;</a:t>
            </a:r>
          </a:p>
          <a:p>
            <a:pPr marL="0" indent="0">
              <a:buNone/>
            </a:pPr>
            <a:r>
              <a:rPr lang="en-IN" dirty="0"/>
              <a:t>int width = 6;</a:t>
            </a:r>
          </a:p>
          <a:p>
            <a:pPr marL="0" indent="0">
              <a:buNone/>
            </a:pPr>
            <a:r>
              <a:rPr lang="en-IN" dirty="0"/>
              <a:t>int area;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Calculate the area of a rectangle</a:t>
            </a:r>
          </a:p>
          <a:p>
            <a:pPr marL="0" indent="0">
              <a:buNone/>
            </a:pPr>
            <a:r>
              <a:rPr lang="en-IN" dirty="0"/>
              <a:t>area = length * width;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Print variables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("Length is: " + length);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("Width is: " + width);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("Area of the rectangle is: " + area);</a:t>
            </a:r>
          </a:p>
        </p:txBody>
      </p:sp>
    </p:spTree>
    <p:extLst>
      <p:ext uri="{BB962C8B-B14F-4D97-AF65-F5344CB8AC3E}">
        <p14:creationId xmlns:p14="http://schemas.microsoft.com/office/powerpoint/2010/main" val="3852730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B0041-7982-4C9B-B979-BD84F9BFE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3A9CC-EA73-45CD-8395-A1C8714FC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Java Type Casting</a:t>
            </a:r>
          </a:p>
          <a:p>
            <a:r>
              <a:rPr lang="en-US" dirty="0"/>
              <a:t>Type casting is when you assign a value of one primitive data type to another type.</a:t>
            </a:r>
          </a:p>
          <a:p>
            <a:r>
              <a:rPr lang="en-US" b="1" dirty="0"/>
              <a:t>Widening Casting</a:t>
            </a:r>
            <a:r>
              <a:rPr lang="en-US" dirty="0"/>
              <a:t> (automatically) - converting a smaller type to a larger type size.</a:t>
            </a:r>
          </a:p>
          <a:p>
            <a:r>
              <a:rPr lang="en-US" b="1" dirty="0"/>
              <a:t>Narrowing Casting</a:t>
            </a:r>
            <a:r>
              <a:rPr lang="en-US" dirty="0"/>
              <a:t> (manually) - converting a larger type to a smaller size type.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881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985C-ED63-4592-894E-3A2352112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Widening Casting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BE251-CF39-4F48-9A3C-3FF8A8C20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TCast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myInt</a:t>
            </a:r>
            <a:r>
              <a:rPr lang="en-IN" dirty="0"/>
              <a:t> = 9;</a:t>
            </a:r>
          </a:p>
          <a:p>
            <a:pPr marL="0" indent="0">
              <a:buNone/>
            </a:pPr>
            <a:r>
              <a:rPr lang="en-IN" dirty="0"/>
              <a:t>    double </a:t>
            </a:r>
            <a:r>
              <a:rPr lang="en-IN" dirty="0" err="1"/>
              <a:t>myDouble</a:t>
            </a:r>
            <a:r>
              <a:rPr lang="en-IN" dirty="0"/>
              <a:t> = </a:t>
            </a:r>
            <a:r>
              <a:rPr lang="en-IN" dirty="0" err="1"/>
              <a:t>myInt</a:t>
            </a:r>
            <a:r>
              <a:rPr lang="en-IN" dirty="0"/>
              <a:t>; // Automatic casting: int to double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myInt</a:t>
            </a:r>
            <a:r>
              <a:rPr lang="en-IN" dirty="0"/>
              <a:t>);      // Outputs 9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myDouble</a:t>
            </a:r>
            <a:r>
              <a:rPr lang="en-IN" dirty="0"/>
              <a:t>);   // Outputs 9.0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3413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5F46C-B841-4FDB-B264-FC147BD9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Narrowing Casting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0EBA5-0181-4BA8-8794-EBE033177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Ncast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double </a:t>
            </a:r>
            <a:r>
              <a:rPr lang="en-IN" dirty="0" err="1"/>
              <a:t>myDouble</a:t>
            </a:r>
            <a:r>
              <a:rPr lang="en-IN" dirty="0"/>
              <a:t> = 9.78d;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myInt</a:t>
            </a:r>
            <a:r>
              <a:rPr lang="en-IN" dirty="0"/>
              <a:t> = (int) </a:t>
            </a:r>
            <a:r>
              <a:rPr lang="en-IN" dirty="0" err="1"/>
              <a:t>myDouble</a:t>
            </a:r>
            <a:r>
              <a:rPr lang="en-IN" dirty="0"/>
              <a:t>; // Manual casting: double to int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myDouble</a:t>
            </a:r>
            <a:r>
              <a:rPr lang="en-IN" dirty="0"/>
              <a:t>);   // Outputs 9.78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myInt</a:t>
            </a:r>
            <a:r>
              <a:rPr lang="en-IN" dirty="0"/>
              <a:t>);      // Outputs 9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7346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8FC4-0B42-4BF6-8044-BAD055C0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IN" dirty="0"/>
              <a:t>Java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5D073-E24A-4902-9778-948EFF966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5657"/>
            <a:ext cx="10515600" cy="5001306"/>
          </a:xfrm>
        </p:spPr>
        <p:txBody>
          <a:bodyPr/>
          <a:lstStyle/>
          <a:p>
            <a:r>
              <a:rPr lang="en-US" dirty="0"/>
              <a:t>Java Operators</a:t>
            </a:r>
          </a:p>
          <a:p>
            <a:r>
              <a:rPr lang="en-US" dirty="0"/>
              <a:t>Operators are used to perform operations on variables and values.</a:t>
            </a:r>
          </a:p>
          <a:p>
            <a:r>
              <a:rPr lang="en-US" dirty="0"/>
              <a:t>Java divides the operators into the following groups:</a:t>
            </a:r>
          </a:p>
          <a:p>
            <a:r>
              <a:rPr lang="en-US" dirty="0"/>
              <a:t>Arithmetic operators</a:t>
            </a:r>
          </a:p>
          <a:p>
            <a:r>
              <a:rPr lang="en-US" dirty="0"/>
              <a:t>Assignment operators</a:t>
            </a:r>
          </a:p>
          <a:p>
            <a:r>
              <a:rPr lang="en-US" dirty="0"/>
              <a:t>Comparison operators</a:t>
            </a:r>
          </a:p>
          <a:p>
            <a:r>
              <a:rPr lang="en-US" dirty="0"/>
              <a:t>Logical operators</a:t>
            </a:r>
          </a:p>
          <a:p>
            <a:r>
              <a:rPr lang="en-US" dirty="0"/>
              <a:t>Bitwise operators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4521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5F8A-7C6D-49D6-B33C-B8A343AB2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412"/>
          </a:xfrm>
        </p:spPr>
        <p:txBody>
          <a:bodyPr>
            <a:normAutofit fontScale="90000"/>
          </a:bodyPr>
          <a:lstStyle/>
          <a:p>
            <a:r>
              <a:rPr lang="en-US" dirty="0"/>
              <a:t>Arithmetic operators</a:t>
            </a:r>
            <a:br>
              <a:rPr lang="en-US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37EFC0-D949-4A8E-B29A-519721004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367" y="2090057"/>
            <a:ext cx="9665272" cy="352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44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8F37-D484-4DF9-A423-8A87AE1E5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Assignment operators</a:t>
            </a:r>
            <a:br>
              <a:rPr lang="en-US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706C0C-20E9-4B5B-B0CA-2C6601808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1285" y="1825625"/>
            <a:ext cx="83094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707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2D23-1F01-4DF5-8AA4-989C72DF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operators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D69D9-5BA3-4536-BB8A-3E4FF3DC2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018723"/>
          </a:xfrm>
        </p:spPr>
        <p:txBody>
          <a:bodyPr/>
          <a:lstStyle/>
          <a:p>
            <a:r>
              <a:rPr lang="en-US" dirty="0"/>
              <a:t>This is important in programming, because it helps us to find answers and make decisions. The </a:t>
            </a:r>
            <a:r>
              <a:rPr lang="en-US" b="1" dirty="0"/>
              <a:t>return value</a:t>
            </a:r>
            <a:r>
              <a:rPr lang="en-US" dirty="0"/>
              <a:t> of a comparison is either </a:t>
            </a:r>
            <a:r>
              <a:rPr lang="en-US" b="1" dirty="0"/>
              <a:t>true</a:t>
            </a:r>
            <a:r>
              <a:rPr lang="en-US" dirty="0"/>
              <a:t> or </a:t>
            </a:r>
            <a:r>
              <a:rPr lang="en-US" b="1" dirty="0"/>
              <a:t>false</a:t>
            </a:r>
            <a:r>
              <a:rPr lang="en-US" dirty="0"/>
              <a:t>. These values are known as </a:t>
            </a:r>
            <a:r>
              <a:rPr lang="en-US" b="1" dirty="0"/>
              <a:t>Boolean values.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6A16D-CE42-46F3-A06F-12B78AD0E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2932012"/>
            <a:ext cx="10421804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82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ADF8F-F6A0-4AA2-86BE-A0AB7C82E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br>
              <a:rPr lang="en-US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1011EA-B0BB-4107-9BDF-F4630FFE3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4164" y="1885735"/>
            <a:ext cx="10221751" cy="236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90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317E-4923-4BE9-9ECF-6575EF00D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operators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4A8A6-D42A-4CAD-B525-4B9FA4579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524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806</Words>
  <Application>Microsoft Office PowerPoint</Application>
  <PresentationFormat>Widescreen</PresentationFormat>
  <Paragraphs>111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How to display variables?</vt:lpstr>
      <vt:lpstr>PowerPoint Presentation</vt:lpstr>
      <vt:lpstr>PowerPoint Presentation</vt:lpstr>
      <vt:lpstr>PowerPoint Presentation</vt:lpstr>
      <vt:lpstr>PowerPoint Presentation</vt:lpstr>
      <vt:lpstr>Widening Casting </vt:lpstr>
      <vt:lpstr>Narrowing Casting </vt:lpstr>
      <vt:lpstr>Java Operators</vt:lpstr>
      <vt:lpstr>Arithmetic operators </vt:lpstr>
      <vt:lpstr>Assignment operators </vt:lpstr>
      <vt:lpstr>Comparison operators </vt:lpstr>
      <vt:lpstr>Logical operators </vt:lpstr>
      <vt:lpstr>Bitwise operators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Amol Kamble</dc:creator>
  <cp:lastModifiedBy>Amol Kamble</cp:lastModifiedBy>
  <cp:revision>5</cp:revision>
  <dcterms:created xsi:type="dcterms:W3CDTF">2025-01-13T04:30:33Z</dcterms:created>
  <dcterms:modified xsi:type="dcterms:W3CDTF">2025-01-13T05:17:35Z</dcterms:modified>
</cp:coreProperties>
</file>