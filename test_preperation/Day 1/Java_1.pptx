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ipgxmGscN07L4BZ+BsnVXeDC9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9" name="Google Shape;3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 sz="60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Inventors of JAVA(Oak)</a:t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5062" y="1825625"/>
            <a:ext cx="7381875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</a:t>
            </a:r>
            <a:r>
              <a:rPr lang="en-US"/>
              <a:t>of </a:t>
            </a: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object-oriented approach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Object-Oriented Approach (OOA)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programming paradigm that organizes software design around objects, rather than functions or logic. 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goal of using an object-oriented approach is to make code more reusable, maintainable, and easier to understand by organizing it into discrete entities (objects).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 Real-World Entities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Encapsulation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Reusability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Modularity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Modeling Real-World Entities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object-oriented approach, everything is represented as objects. These objects model real-world entities or concepts. For example, in a car simulation program, objects could represent cars, engines, and wheels, each with properties and behaviors (methods).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makes it easier to map a system to the real world, making the system more intuitive to understand.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Encapsulation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Encapsulation refers to bundling the data (attributes) and the methods (functions) that operate on the data into a single unit (class).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hides the internal implementation details and exposes only what is necessary, improving security and reducing complexity.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in a class BankAccount, we might have methods like deposit() or withdraw(), but the actual data on the account balance is hidden and can only be modified via these methods.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 allows a class (child class) to inherit properties and methods from another class (parent class). This leads to code reuse and can represent hierarchical relationships.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instance, a Dog class could inherit from a Animal class, meaning the dog would have all the characteristics of an animal (like eat() and sleep()) and could also have its own unique behavior (like bark())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 allows objects of different classes to be treated as objects of a common superclass. It enables a single method or operation to work with different types of objects.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a method makeSound() could work for both a Dog and a Cat object, even though the actual behavior would be different (barking vs meowing)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 allows complex systems to be represented with simplified interfaces. It hides the unnecessary details and exposes only the essential features.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good example is the use of a Car class with methods like start() and stop(), where the complex workings of the car's engine are hidden from the user of the class.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Code Reusability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 can be reused across different projects or parts of an application, significantly improving the efficiency of development.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a class is created, it can be instantiated multiple times to create objects with similar characteristics, saving developers from writing repetitive code.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in an object-oriented system is easier to modify and extend. Since classes and objects are well-defined, changes can often be made with minimal impact on other parts of the system.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changing how a BankAccount works internally will not affect the other classes that interact with it, as long as the interface remains the same.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in OOP: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say you are building a software system to simulate a zoo. Here's how OOP might help: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 &amp; Objects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Animal (superclass) – defines general properties and behaviors of animals (e.g., name, age, eat(), sleep()).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Lion and Elephant (subclasses) – inherit from Animal, with specific behaviors like roar() for the lion and trumpet() for the elephant.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Encapsulation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Animal has properties like name and age, but you can't directly modify the age without using the grow() method.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/>
              <a:t>L</a:t>
            </a: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ion and Elephant classes inherit general animal behavior from the Animal class but also define their own specific methods (like roar() for Lion).</a:t>
            </a:r>
            <a:endParaRPr/>
          </a:p>
          <a:p>
            <a:pPr indent="-14605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Lion and Elephant can implement the makeSound() method differently, but you can treat both objects as Animal objects and call makeSound() without knowing what specific animal the object represents.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Comparison of C++ and Java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838200" y="365125"/>
            <a:ext cx="105156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and Language Features</a:t>
            </a:r>
            <a:endParaRPr/>
          </a:p>
        </p:txBody>
      </p:sp>
      <p:pic>
        <p:nvPicPr>
          <p:cNvPr id="163" name="Google Shape;16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125" y="1019175"/>
            <a:ext cx="5829300" cy="54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Compilation and Execution</a:t>
            </a:r>
            <a:endParaRPr/>
          </a:p>
        </p:txBody>
      </p:sp>
      <p:pic>
        <p:nvPicPr>
          <p:cNvPr id="169" name="Google Shape;16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6112" y="2268537"/>
            <a:ext cx="5819775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Handling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8487" y="2209800"/>
            <a:ext cx="5915025" cy="3065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Libraries and Frameworks</a:t>
            </a:r>
            <a:endParaRPr/>
          </a:p>
        </p:txBody>
      </p:sp>
      <p:pic>
        <p:nvPicPr>
          <p:cNvPr id="182" name="Google Shape;18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212" y="2162175"/>
            <a:ext cx="5743575" cy="3678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 and Application Domains</a:t>
            </a:r>
            <a:endParaRPr/>
          </a:p>
        </p:txBody>
      </p:sp>
      <p:pic>
        <p:nvPicPr>
          <p:cNvPr id="188" name="Google Shape;18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650" y="2611437"/>
            <a:ext cx="6180137" cy="2443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/>
          </a:p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class, use the keyword </a:t>
            </a: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Main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int x = 5;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/>
          </a:p>
        </p:txBody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Java, an object is created from a class. We have already created the class named Main, so now we can use this to create objects.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an object of Main, specify the class name, followed by the object name, and use the keyword 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Main {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int x = 5;</a:t>
            </a:r>
            <a:endParaRPr/>
          </a:p>
          <a:p>
            <a:pPr indent="-101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public static void main(String[] args) {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Main myObj = new Main();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System.out.println(myObj.x);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/>
          </a:p>
          <a:p>
            <a:pPr indent="-228600" lvl="0" marL="228600" marR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2025-01-06T04:48:13Z</dcterms:created>
  <dc:creator>CL408_31</dc:creator>
</cp:coreProperties>
</file>