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Arim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uDg9ebhFuX6Z+BmOLHfag2qg0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7753AB-1FC2-45FE-9478-1D3F3834BB05}">
  <a:tblStyle styleId="{A47753AB-1FC2-45FE-9478-1D3F3834BB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82881" y="-2523"/>
            <a:ext cx="5767754" cy="4401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in Java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Inheritance is a mechanism in Java where one class acquires the properties and methods of another.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reusability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code.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Superclass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(parent) 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Subclass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(child).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Keyword: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extends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74089"/>
            <a:ext cx="6034547" cy="6509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150055" y="181932"/>
            <a:ext cx="512533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Inheritance in Java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Inheritance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single subclass inherits from one superclass.</a:t>
            </a:r>
            <a:endParaRPr/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1537" y="181932"/>
            <a:ext cx="5711483" cy="6561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196948" y="89772"/>
            <a:ext cx="60960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Multi-level Inheritance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 class inherits from a class, and another class inherits from it.</a:t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89772"/>
            <a:ext cx="4820458" cy="6768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178191" y="196000"/>
            <a:ext cx="533634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Inheritance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Multiple subclasses inherit from a single superclass.</a:t>
            </a: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91" y="1625894"/>
            <a:ext cx="5576939" cy="503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5130" y="196000"/>
            <a:ext cx="6161078" cy="4488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173502" y="691942"/>
            <a:ext cx="571616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 is used to refer to the current object of a 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Refers to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object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Resolves variable name conflicts.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call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class methods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constructors.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889670" y="133649"/>
            <a:ext cx="39806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Resolving Variable Name Conflicts</a:t>
            </a:r>
            <a:endParaRPr b="0" i="0" sz="10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670" y="670835"/>
            <a:ext cx="6128828" cy="5992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393895" y="276987"/>
            <a:ext cx="23391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Calling Constructor</a:t>
            </a:r>
            <a:endParaRPr b="0" i="0" sz="1000" u="none" cap="none" strike="noStrik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895" y="873409"/>
            <a:ext cx="8159262" cy="560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98474" y="258901"/>
            <a:ext cx="6302326" cy="317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of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super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super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 is used to refer to the immediate parent 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parent class variables and methods.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Invoke parent class constructors.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253151" y="74234"/>
            <a:ext cx="34113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Parent Class Members</a:t>
            </a: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597291"/>
            <a:ext cx="5876280" cy="6260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101453" y="98474"/>
            <a:ext cx="3205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Calling Parent Class Constructor</a:t>
            </a:r>
            <a:endParaRPr/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994" y="578536"/>
            <a:ext cx="6336930" cy="6180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0" y="-10641"/>
            <a:ext cx="4459458" cy="317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final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final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 is a constant whose value cannot be changed after initialization.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initialized at the time of declaration or in a constructor.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8609" y="175392"/>
            <a:ext cx="7348499" cy="4382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/>
          <p:nvPr/>
        </p:nvSpPr>
        <p:spPr>
          <a:xfrm>
            <a:off x="168812" y="134726"/>
            <a:ext cx="4839286" cy="317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final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Methods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final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method cannot be overridden by a subclass.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method behavior remains unchanged.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6254" y="134726"/>
            <a:ext cx="7415746" cy="6143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0" y="161149"/>
            <a:ext cx="529087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final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final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 cannot be extended by any subclass.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for creating immutable classes.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0871" y="161149"/>
            <a:ext cx="6848617" cy="4945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/>
          <p:nvPr/>
        </p:nvSpPr>
        <p:spPr>
          <a:xfrm>
            <a:off x="281356" y="307776"/>
            <a:ext cx="5190976" cy="40934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Keyword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abstract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 is used to define classes or methods that are incomplete and must be implemented by a subclass.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class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cannot be instantiated.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method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no body and must be implemented in a subclass.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5553" y="-13339"/>
            <a:ext cx="5317586" cy="6871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/>
          <p:nvPr/>
        </p:nvSpPr>
        <p:spPr>
          <a:xfrm>
            <a:off x="140677" y="305255"/>
            <a:ext cx="5261317" cy="3785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Classes in Java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classes are classes that cannot be instantiated. They are declared using 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abstract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ementation) </a:t>
            </a:r>
            <a:r>
              <a:rPr lang="en-US" sz="2000">
                <a:solidFill>
                  <a:schemeClr val="dk1"/>
                </a:solidFill>
              </a:rPr>
              <a:t>have abstract (no impl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concrete methods.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extended by a subclass.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148" y="-1"/>
            <a:ext cx="5293926" cy="6724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/>
          <p:nvPr/>
        </p:nvSpPr>
        <p:spPr>
          <a:xfrm>
            <a:off x="98474" y="279686"/>
            <a:ext cx="5697415" cy="4708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Abstract Methods?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methods are methods that are declared without an implementation (i.e., without a method body).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Declared using 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abstract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in an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abstract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Subclasses are required to provide implementations for all abstract methods.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designed to define a blueprint for subclasses.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6371" y="65119"/>
            <a:ext cx="6002218" cy="6727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idx="1" type="body"/>
          </p:nvPr>
        </p:nvSpPr>
        <p:spPr>
          <a:xfrm>
            <a:off x="557432" y="993702"/>
            <a:ext cx="11077135" cy="487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Key Characteristics of Abstract Methods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Points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Cannot be instantiated</a:t>
            </a:r>
            <a:r>
              <a:rPr lang="en-US"/>
              <a:t>: Abstract methods exist only within abstract classes, which cannot be directly instantiated.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Must be overridden</a:t>
            </a:r>
            <a:r>
              <a:rPr lang="en-US"/>
              <a:t>: Subclasses must implement all abstract methods unless they are also abstract classes.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Can coexist with concrete methods</a:t>
            </a:r>
            <a:r>
              <a:rPr lang="en-US"/>
              <a:t>: Abstract classes can have both abstract and concrete methods.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Used for polymorphism</a:t>
            </a:r>
            <a:r>
              <a:rPr lang="en-US"/>
              <a:t>: Provides a way to achieve runtime polymorphism.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/>
          <p:nvPr/>
        </p:nvSpPr>
        <p:spPr>
          <a:xfrm>
            <a:off x="0" y="263050"/>
            <a:ext cx="633046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Interfaces in Java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interface is a blueprint of a class that contains abstract methods.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interface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multiple inheritance.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Classes implement interfaces using 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implements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2263" y="108768"/>
            <a:ext cx="6387950" cy="6629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Google Shape;182;p17"/>
          <p:cNvGraphicFramePr/>
          <p:nvPr/>
        </p:nvGraphicFramePr>
        <p:xfrm>
          <a:off x="419837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{A47753AB-1FC2-45FE-9478-1D3F3834BB05}</a:tableStyleId>
              </a:tblPr>
              <a:tblGrid>
                <a:gridCol w="5445300"/>
                <a:gridCol w="5445300"/>
              </a:tblGrid>
              <a:tr h="52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Abstract class</a:t>
                      </a:r>
                      <a:endParaRPr/>
                    </a:p>
                  </a:txBody>
                  <a:tcPr marT="68250" marB="68250" marR="68250" marL="68250">
                    <a:lnL cap="flat" cmpd="sng" w="12700">
                      <a:solidFill>
                        <a:srgbClr val="5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2A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1F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</a:rPr>
                        <a:t>Interface</a:t>
                      </a:r>
                      <a:endParaRPr/>
                    </a:p>
                  </a:txBody>
                  <a:tcPr marT="68250" marB="68250" marR="68250" marL="68250">
                    <a:lnL cap="flat" cmpd="sng" w="12700">
                      <a:solidFill>
                        <a:srgbClr val="102A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2A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2A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1F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1) Abstract class can </a:t>
                      </a:r>
                      <a:r>
                        <a:rPr b="1" lang="en-US" sz="2000" u="none" cap="none" strike="noStrike"/>
                        <a:t>have abstract and non-abstract</a:t>
                      </a:r>
                      <a:r>
                        <a:rPr lang="en-US" sz="2000" u="none" cap="none" strike="noStrike"/>
                        <a:t> methods.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F01F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1F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1F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Interface can have </a:t>
                      </a:r>
                      <a:r>
                        <a:rPr b="1" lang="en-US" sz="2000"/>
                        <a:t>only abstract</a:t>
                      </a:r>
                      <a:r>
                        <a:rPr lang="en-US" sz="2000"/>
                        <a:t> methods. Since Java 8, it can have </a:t>
                      </a:r>
                      <a:r>
                        <a:rPr b="1" lang="en-US" sz="2000"/>
                        <a:t>default and static methods</a:t>
                      </a:r>
                      <a:r>
                        <a:rPr lang="en-US" sz="2000"/>
                        <a:t> also.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F01F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1F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1F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2) Abstract class </a:t>
                      </a:r>
                      <a:r>
                        <a:rPr b="1" lang="en-US" sz="2000"/>
                        <a:t>doesn't support multiple inheritance</a:t>
                      </a:r>
                      <a:r>
                        <a:rPr lang="en-US" sz="2000"/>
                        <a:t>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Interface </a:t>
                      </a:r>
                      <a:r>
                        <a:rPr b="1" lang="en-US" sz="2000"/>
                        <a:t>supports multiple inheritance</a:t>
                      </a:r>
                      <a:r>
                        <a:rPr lang="en-US" sz="2000"/>
                        <a:t>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3) Abstract class </a:t>
                      </a:r>
                      <a:r>
                        <a:rPr b="1" lang="en-US" sz="2000"/>
                        <a:t>can have final, non-final, static and non-static variables</a:t>
                      </a:r>
                      <a:r>
                        <a:rPr lang="en-US" sz="2000"/>
                        <a:t>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Interface has </a:t>
                      </a:r>
                      <a:r>
                        <a:rPr b="1" lang="en-US" sz="2000"/>
                        <a:t>only static and final variables</a:t>
                      </a:r>
                      <a:r>
                        <a:rPr lang="en-US" sz="2000"/>
                        <a:t>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4) Abstract class </a:t>
                      </a:r>
                      <a:r>
                        <a:rPr b="1" lang="en-US" sz="2000"/>
                        <a:t>can provide the implementation of interface</a:t>
                      </a:r>
                      <a:r>
                        <a:rPr lang="en-US" sz="2000"/>
                        <a:t>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Interface </a:t>
                      </a:r>
                      <a:r>
                        <a:rPr b="1" lang="en-US" sz="2000"/>
                        <a:t>can't provide the implementation of abstract class</a:t>
                      </a:r>
                      <a:r>
                        <a:rPr lang="en-US" sz="2000"/>
                        <a:t>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5) The </a:t>
                      </a:r>
                      <a:r>
                        <a:rPr b="1" lang="en-US" sz="2000"/>
                        <a:t>abstract keyword</a:t>
                      </a:r>
                      <a:r>
                        <a:rPr lang="en-US" sz="2000"/>
                        <a:t> is used to declare abstract class.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The </a:t>
                      </a:r>
                      <a:r>
                        <a:rPr b="1" lang="en-US" sz="2000"/>
                        <a:t>interface keyword</a:t>
                      </a:r>
                      <a:r>
                        <a:rPr lang="en-US" sz="2000"/>
                        <a:t> is used to declare interface.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01E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6) An </a:t>
                      </a:r>
                      <a:r>
                        <a:rPr b="1" lang="en-US" sz="2000"/>
                        <a:t>abstract class</a:t>
                      </a:r>
                      <a:r>
                        <a:rPr lang="en-US" sz="2000"/>
                        <a:t> can extend another Java class and implement multiple Java interfaces.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 </a:t>
                      </a:r>
                      <a:r>
                        <a:rPr b="1" lang="en-US" sz="2000"/>
                        <a:t>interface</a:t>
                      </a:r>
                      <a:r>
                        <a:rPr lang="en-US" sz="2000"/>
                        <a:t> can extend another Java interface only.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7) An </a:t>
                      </a:r>
                      <a:r>
                        <a:rPr b="1" lang="en-US" sz="2000"/>
                        <a:t>abstract class</a:t>
                      </a:r>
                      <a:r>
                        <a:rPr lang="en-US" sz="2000"/>
                        <a:t> can be extended using keyword "extends".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An </a:t>
                      </a:r>
                      <a:r>
                        <a:rPr b="1" lang="en-US" sz="2000"/>
                        <a:t>interface</a:t>
                      </a:r>
                      <a:r>
                        <a:rPr lang="en-US" sz="2000"/>
                        <a:t> can be implemented using keyword "implements".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9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8) A Java </a:t>
                      </a:r>
                      <a:r>
                        <a:rPr b="1" lang="en-US" sz="2000"/>
                        <a:t>abstract class</a:t>
                      </a:r>
                      <a:r>
                        <a:rPr lang="en-US" sz="2000"/>
                        <a:t> can have class members like private, protected, etc.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Members of a Java interface are public by default.</a:t>
                      </a:r>
                      <a:endParaRPr/>
                    </a:p>
                  </a:txBody>
                  <a:tcPr marT="54600" marB="54600" marR="54600" marL="54600" anchor="ctr">
                    <a:lnL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21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/>
          <p:nvPr/>
        </p:nvSpPr>
        <p:spPr>
          <a:xfrm>
            <a:off x="0" y="177787"/>
            <a:ext cx="5542671" cy="34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Packages in Java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Packages are used to group related classes and interfaces together.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Points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Helps in organizing code.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Avoids naming conflicts.</a:t>
            </a:r>
            <a:endParaRPr/>
          </a:p>
          <a:p>
            <a:pPr indent="-1270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package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keyword.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0468" y="177787"/>
            <a:ext cx="6583680" cy="2477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0468" y="2880453"/>
            <a:ext cx="6583680" cy="341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2025-01-27T03:44:45Z</dcterms:created>
  <dc:creator>Arijit Dutta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0x0101002AD28361C024A94DAB34F80CF35DD1CE</vt:lpwstr>
  </property>
</Properties>
</file>